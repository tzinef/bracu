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bfcaa2c0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bfcaa2c0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bfcaa2c0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6bfcaa2c0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bfcaa2c0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bfcaa2c0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6bfcaa2c0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6bfcaa2c0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6bfcaa2c0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6bfcaa2c0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bfcaa2c0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6bfcaa2c0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bfcaa2c0f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6bfcaa2c0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1382400" y="3774475"/>
            <a:ext cx="6379200" cy="7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80"/>
              <a:t>Microservices</a:t>
            </a:r>
            <a:r>
              <a:rPr lang="en" sz="3780"/>
              <a:t> Architecture</a:t>
            </a:r>
            <a:endParaRPr sz="3780"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5800" y="4348425"/>
            <a:ext cx="828201" cy="795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oftware-engineering-5b4daa8bab12ae7f4848c482.jp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8" cy="3581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21360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Microservice Architecture?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213600" y="2002175"/>
            <a:ext cx="5420400" cy="15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 design approach where a single application is built as a suite of small, independent services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Each service run at its own process and communicates via lightweight mechanism (e.g., API)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Focuses on modularity, scalability and flexibility</a:t>
            </a:r>
            <a:endParaRPr sz="1600"/>
          </a:p>
        </p:txBody>
      </p:sp>
      <p:pic>
        <p:nvPicPr>
          <p:cNvPr id="95" name="Google Shape;9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4000" y="2734038"/>
            <a:ext cx="3510000" cy="2409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2003" y="509300"/>
            <a:ext cx="741999" cy="71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Microservices VS Monolithic Architecture</a:t>
            </a:r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729450" y="2078875"/>
            <a:ext cx="5632500" cy="26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1789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250"/>
              <a:t>Monolithic Architecture:</a:t>
            </a:r>
            <a:endParaRPr sz="2250"/>
          </a:p>
          <a:p>
            <a:pPr indent="-3178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Single codebase for entire app. </a:t>
            </a:r>
            <a:endParaRPr sz="2250"/>
          </a:p>
          <a:p>
            <a:pPr indent="-3178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Tightly coupled components.</a:t>
            </a:r>
            <a:endParaRPr sz="2250"/>
          </a:p>
          <a:p>
            <a:pPr indent="-3178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Scaling requires to work on the whole app. </a:t>
            </a:r>
            <a:endParaRPr sz="2250"/>
          </a:p>
          <a:p>
            <a:pPr indent="-3178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Hard to adopt new tech.</a:t>
            </a:r>
            <a:endParaRPr sz="2250"/>
          </a:p>
          <a:p>
            <a:pPr indent="-31789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250"/>
              <a:t>Microservices:</a:t>
            </a:r>
            <a:endParaRPr sz="2250"/>
          </a:p>
          <a:p>
            <a:pPr indent="-3178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Multiple independent services. </a:t>
            </a:r>
            <a:endParaRPr sz="2250"/>
          </a:p>
          <a:p>
            <a:pPr indent="-3178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Loosely coupled, modular design.</a:t>
            </a:r>
            <a:endParaRPr sz="2250"/>
          </a:p>
          <a:p>
            <a:pPr indent="-3178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Scale specific services only.</a:t>
            </a:r>
            <a:endParaRPr sz="2250"/>
          </a:p>
          <a:p>
            <a:pPr indent="-3178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Flexible tech-agnostic (different languages can be used to implement different services)</a:t>
            </a:r>
            <a:endParaRPr/>
          </a:p>
        </p:txBody>
      </p:sp>
      <p:pic>
        <p:nvPicPr>
          <p:cNvPr id="103" name="Google Shape;10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5351" y="2033925"/>
            <a:ext cx="2628500" cy="1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5800" y="4348425"/>
            <a:ext cx="828201" cy="79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Characteristics of Microservices</a:t>
            </a:r>
            <a:endParaRPr/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727650" y="1908603"/>
            <a:ext cx="7688700" cy="14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Independence</a:t>
            </a:r>
            <a:r>
              <a:rPr lang="en" sz="1600"/>
              <a:t>: Each service is developed, deployed, and scaled independently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Decentralized</a:t>
            </a:r>
            <a:r>
              <a:rPr lang="en" sz="1600"/>
              <a:t>: No central control; services use their own databases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Single Responsibility</a:t>
            </a:r>
            <a:r>
              <a:rPr lang="en" sz="1600"/>
              <a:t>: Each service focuses on a specific business function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Interoperability</a:t>
            </a:r>
            <a:r>
              <a:rPr lang="en" sz="1600"/>
              <a:t>: Services communicate using standard protocols (HTTP, </a:t>
            </a:r>
            <a:r>
              <a:rPr lang="en" sz="1600"/>
              <a:t>Message brokers</a:t>
            </a:r>
            <a:r>
              <a:rPr lang="en" sz="1600"/>
              <a:t> like Apache Kafka)</a:t>
            </a:r>
            <a:endParaRPr sz="1600"/>
          </a:p>
        </p:txBody>
      </p:sp>
      <p:pic>
        <p:nvPicPr>
          <p:cNvPr id="111" name="Google Shape;11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5800" y="4348425"/>
            <a:ext cx="828201" cy="79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of Microservices</a:t>
            </a:r>
            <a:endParaRPr/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729450" y="2078875"/>
            <a:ext cx="7688700" cy="11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Scalability: </a:t>
            </a:r>
            <a:r>
              <a:rPr lang="en" sz="1600"/>
              <a:t>Scale individual services based on demand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Flexibility</a:t>
            </a:r>
            <a:r>
              <a:rPr b="1" lang="en" sz="1600"/>
              <a:t>:</a:t>
            </a:r>
            <a:r>
              <a:rPr lang="en" sz="1600"/>
              <a:t> Use different technologies for different services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Faster Development:</a:t>
            </a:r>
            <a:r>
              <a:rPr lang="en" sz="1600"/>
              <a:t> Small teams work on separate services in parallel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Resilience:</a:t>
            </a:r>
            <a:r>
              <a:rPr lang="en" sz="1600"/>
              <a:t> Failure in one service </a:t>
            </a:r>
            <a:r>
              <a:rPr lang="en" sz="1600"/>
              <a:t>does not</a:t>
            </a:r>
            <a:r>
              <a:rPr lang="en" sz="1600"/>
              <a:t> affect the entire system</a:t>
            </a:r>
            <a:endParaRPr sz="1600"/>
          </a:p>
        </p:txBody>
      </p:sp>
      <p:pic>
        <p:nvPicPr>
          <p:cNvPr id="118" name="Google Shape;11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5800" y="4348425"/>
            <a:ext cx="828201" cy="79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of Microservices</a:t>
            </a:r>
            <a:endParaRPr/>
          </a:p>
        </p:txBody>
      </p:sp>
      <p:sp>
        <p:nvSpPr>
          <p:cNvPr id="124" name="Google Shape;124;p18"/>
          <p:cNvSpPr txBox="1"/>
          <p:nvPr>
            <p:ph idx="1" type="body"/>
          </p:nvPr>
        </p:nvSpPr>
        <p:spPr>
          <a:xfrm>
            <a:off x="729450" y="2078875"/>
            <a:ext cx="80748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Complexity: </a:t>
            </a:r>
            <a:r>
              <a:rPr lang="en" sz="1600"/>
              <a:t>Managing multiple services increases </a:t>
            </a:r>
            <a:r>
              <a:rPr lang="en" sz="1600"/>
              <a:t>operational </a:t>
            </a:r>
            <a:r>
              <a:rPr lang="en" sz="1600"/>
              <a:t>overhead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Communication:</a:t>
            </a:r>
            <a:r>
              <a:rPr lang="en" sz="1600"/>
              <a:t> Inter-service communication can introduce latency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Infrastructure Cost</a:t>
            </a:r>
            <a:r>
              <a:rPr lang="en" sz="1600"/>
              <a:t>: Independent CI/CD pipelines for each services increases cost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Testing:</a:t>
            </a:r>
            <a:r>
              <a:rPr lang="en" sz="1600"/>
              <a:t> End-to-end testing across services is difficult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Application:</a:t>
            </a:r>
            <a:r>
              <a:rPr lang="en" sz="1600"/>
              <a:t> Only applicable to a </a:t>
            </a:r>
            <a:r>
              <a:rPr lang="en" sz="1600"/>
              <a:t>large</a:t>
            </a:r>
            <a:r>
              <a:rPr lang="en" sz="1600"/>
              <a:t> software with multiple large teams with multiple services. Small companies cannot adopt it due to above mentioned challenges.</a:t>
            </a:r>
            <a:endParaRPr sz="1600"/>
          </a:p>
        </p:txBody>
      </p:sp>
      <p:pic>
        <p:nvPicPr>
          <p:cNvPr id="125" name="Google Shape;12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5800" y="4348425"/>
            <a:ext cx="828201" cy="79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World </a:t>
            </a:r>
            <a:r>
              <a:rPr lang="en"/>
              <a:t>Examples</a:t>
            </a:r>
            <a:endParaRPr/>
          </a:p>
        </p:txBody>
      </p:sp>
      <p:sp>
        <p:nvSpPr>
          <p:cNvPr id="131" name="Google Shape;131;p19"/>
          <p:cNvSpPr txBox="1"/>
          <p:nvPr>
            <p:ph idx="1" type="body"/>
          </p:nvPr>
        </p:nvSpPr>
        <p:spPr>
          <a:xfrm>
            <a:off x="425225" y="1975875"/>
            <a:ext cx="8520600" cy="23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Netflix in </a:t>
            </a:r>
            <a:r>
              <a:rPr b="1" lang="en"/>
              <a:t>2009 </a:t>
            </a:r>
            <a:r>
              <a:rPr lang="en"/>
              <a:t>shifted from Monolithic to Microservices architecture.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most significant shift involved breaking down customer-facing features like </a:t>
            </a:r>
            <a:r>
              <a:rPr b="1" lang="en"/>
              <a:t>sign-up, movie selection, and configuration</a:t>
            </a:r>
            <a:r>
              <a:rPr lang="en"/>
              <a:t> into separate, independent microservices.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Netflix completed the core migration to a microservices architecture by </a:t>
            </a:r>
            <a:r>
              <a:rPr b="1" lang="en"/>
              <a:t>2012</a:t>
            </a:r>
            <a:r>
              <a:rPr lang="en"/>
              <a:t>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Netflix now utilizes </a:t>
            </a:r>
            <a:r>
              <a:rPr b="1" lang="en"/>
              <a:t>hundreds </a:t>
            </a:r>
            <a:r>
              <a:rPr lang="en"/>
              <a:t>of microservices to power its streaming platform, enabling </a:t>
            </a:r>
            <a:r>
              <a:rPr b="1" lang="en"/>
              <a:t>high scalability and frequent deployments</a:t>
            </a:r>
            <a:r>
              <a:rPr lang="en"/>
              <a:t>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Other Examples: </a:t>
            </a:r>
            <a:r>
              <a:rPr b="1" lang="en"/>
              <a:t>Amazon, Uber, Airbnb</a:t>
            </a:r>
            <a:r>
              <a:rPr lang="en"/>
              <a:t> etc.</a:t>
            </a:r>
            <a:endParaRPr/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1925" y="4141625"/>
            <a:ext cx="1502075" cy="1001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5800" y="523575"/>
            <a:ext cx="828201" cy="795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14338" y="3863837"/>
            <a:ext cx="1502075" cy="1001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01278" y="4035950"/>
            <a:ext cx="1687539" cy="10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5138" y="3863825"/>
            <a:ext cx="1781095" cy="1001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42" name="Google Shape;142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Microservices offer scalability and flexibility but come with complexity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Ideal for large, dynamic systems but require careful design and management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Essential for modern software engineering in distributed environments</a:t>
            </a:r>
            <a:endParaRPr sz="1600"/>
          </a:p>
        </p:txBody>
      </p:sp>
      <p:pic>
        <p:nvPicPr>
          <p:cNvPr id="143" name="Google Shape;14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5800" y="4348425"/>
            <a:ext cx="828201" cy="79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