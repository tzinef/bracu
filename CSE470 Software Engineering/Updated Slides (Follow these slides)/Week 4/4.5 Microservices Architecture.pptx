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pHebc1IAx23MlMu6w89xwN+g6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0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1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9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382400" y="3774475"/>
            <a:ext cx="63792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/>
              <a:t>Microservices Architecture</a:t>
            </a:r>
            <a:endParaRPr sz="3780"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ftware-engineering-5b4daa8bab12ae7f4848c482.jpg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8" cy="35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21360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Microservice Architecture?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213600" y="2002175"/>
            <a:ext cx="5420400" cy="15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design approach where a single application is built as a suite of small, independent services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service run at its own process and communicates via lightweight mechanism (e.g., API)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Focuses on </a:t>
            </a:r>
            <a:r>
              <a:rPr b="1" lang="en" sz="1600"/>
              <a:t>modularity, scalability</a:t>
            </a:r>
            <a:r>
              <a:rPr lang="en" sz="1600"/>
              <a:t> and flexibility</a:t>
            </a:r>
            <a:endParaRPr sz="1600"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4000" y="2734038"/>
            <a:ext cx="3510000" cy="2409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2003" y="509300"/>
            <a:ext cx="741999" cy="7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Microservices VS Monolithic Architecture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729450" y="2078875"/>
            <a:ext cx="56325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179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Monolithic Architecture: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Single codebase for entire app. 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Tightly coupled components.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Scaling requires to work on the whole app. 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Hard to adopt new tech.</a:t>
            </a:r>
            <a:endParaRPr sz="2250"/>
          </a:p>
          <a:p>
            <a:pPr indent="-31791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50"/>
              <a:t>Microservices: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Multiple independent services. 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Loosely coupled, modular design.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Scale specific services only.</a:t>
            </a:r>
            <a:endParaRPr sz="2250"/>
          </a:p>
          <a:p>
            <a:pPr indent="-31791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250"/>
              <a:t>Flexible tech-agnostic (different languages can be used to implement different services)</a:t>
            </a:r>
            <a:endParaRPr/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5351" y="2033925"/>
            <a:ext cx="2628500" cy="1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Key Characteristics of Microservices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27650" y="1908603"/>
            <a:ext cx="76887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Independence</a:t>
            </a:r>
            <a:r>
              <a:rPr lang="en" sz="1600"/>
              <a:t>: Each service is developed, deployed, and </a:t>
            </a:r>
            <a:r>
              <a:rPr b="1" lang="en" sz="1600"/>
              <a:t>scaled independently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Decentralized</a:t>
            </a:r>
            <a:r>
              <a:rPr lang="en" sz="1600"/>
              <a:t>: No central control; services use their own databases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Single Responsibility</a:t>
            </a:r>
            <a:r>
              <a:rPr lang="en" sz="1600"/>
              <a:t>: Each service focuses on a specific business function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Interoperability</a:t>
            </a:r>
            <a:r>
              <a:rPr lang="en" sz="1600"/>
              <a:t>: Services communicate using standard protocols (HTTP, Message brokers like Apache Kafka)</a:t>
            </a:r>
            <a:endParaRPr sz="1600"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Benefits of Microservices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729450" y="2078875"/>
            <a:ext cx="7688700" cy="11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Scalability: </a:t>
            </a:r>
            <a:r>
              <a:rPr lang="en" sz="1600"/>
              <a:t>Scale individual services based on demand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Flexibility:</a:t>
            </a:r>
            <a:r>
              <a:rPr lang="en" sz="1600"/>
              <a:t> Use different technologies for different services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Faster Development:</a:t>
            </a:r>
            <a:r>
              <a:rPr lang="en" sz="1600"/>
              <a:t> Small teams work on separate services in parallel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Resilience:</a:t>
            </a:r>
            <a:r>
              <a:rPr lang="en" sz="1600"/>
              <a:t> Failure in one service does not affect the entire system</a:t>
            </a:r>
            <a:endParaRPr sz="1600"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Challenges of Microservices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729450" y="2078875"/>
            <a:ext cx="80748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Complexity: </a:t>
            </a:r>
            <a:r>
              <a:rPr lang="en" sz="1600"/>
              <a:t>Managing multiple services increases operational overhead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Communication:</a:t>
            </a:r>
            <a:r>
              <a:rPr lang="en" sz="1600"/>
              <a:t> Inter-service communication can introduce latency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Infrastructure Cost</a:t>
            </a:r>
            <a:r>
              <a:rPr lang="en" sz="1600"/>
              <a:t>: Independent CI/CD pipelines for each services increases cost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Testing:</a:t>
            </a:r>
            <a:r>
              <a:rPr lang="en" sz="1600"/>
              <a:t> End-to-end testing across services is difficult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Application:</a:t>
            </a:r>
            <a:r>
              <a:rPr lang="en" sz="1600"/>
              <a:t> Only applicable to a large software with multiple large teams with multiple services. Small companies cannot adopt it due to above mentioned challenges.</a:t>
            </a:r>
            <a:endParaRPr sz="1600"/>
          </a:p>
        </p:txBody>
      </p:sp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Real World Examples</a:t>
            </a:r>
            <a:endParaRPr/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425225" y="1975875"/>
            <a:ext cx="85206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in </a:t>
            </a:r>
            <a:r>
              <a:rPr b="1" lang="en"/>
              <a:t>2009 </a:t>
            </a:r>
            <a:r>
              <a:rPr lang="en"/>
              <a:t>shifted from Monolithic to Microservices architecture.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most significant shift involved breaking down customer-facing features like </a:t>
            </a:r>
            <a:r>
              <a:rPr b="1" lang="en"/>
              <a:t>sign-up, movie selection, and configuration</a:t>
            </a:r>
            <a:r>
              <a:rPr lang="en"/>
              <a:t> into separate, independent microservices.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completed the core migration to a microservices architecture by </a:t>
            </a:r>
            <a:r>
              <a:rPr b="1" lang="en"/>
              <a:t>2012</a:t>
            </a:r>
            <a:r>
              <a:rPr lang="en"/>
              <a:t>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Netflix now utilizes </a:t>
            </a:r>
            <a:r>
              <a:rPr b="1" lang="en"/>
              <a:t>hundreds </a:t>
            </a:r>
            <a:r>
              <a:rPr lang="en"/>
              <a:t>of microservices to power its streaming platform, enabling </a:t>
            </a:r>
            <a:r>
              <a:rPr b="1" lang="en"/>
              <a:t>high scalability and frequent deployments</a:t>
            </a:r>
            <a:r>
              <a:rPr lang="en"/>
              <a:t>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 Examples: </a:t>
            </a:r>
            <a:r>
              <a:rPr b="1" lang="en"/>
              <a:t>Amazon, Uber, Airbnb</a:t>
            </a:r>
            <a:r>
              <a:rPr lang="en"/>
              <a:t> etc.</a:t>
            </a:r>
            <a:endParaRPr/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1925" y="4141625"/>
            <a:ext cx="1502075" cy="100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5800" y="523575"/>
            <a:ext cx="828201" cy="795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4338" y="3863837"/>
            <a:ext cx="1502075" cy="100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1278" y="4035950"/>
            <a:ext cx="1687539" cy="10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138" y="3863825"/>
            <a:ext cx="1781095" cy="100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Microservices offer scalability and flexibility but come with complexity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Ideal for large, dynamic systems but require careful design and management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Essential for modern software engineering in distributed environments</a:t>
            </a:r>
            <a:endParaRPr sz="1600"/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5800" y="4348425"/>
            <a:ext cx="828201" cy="79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