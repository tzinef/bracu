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" name="Google Shape;5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" name="Google Shape;7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Google Shape;9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" name="Google Shape;10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0" name="Google Shape;11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700">
                <a:latin typeface="Arial"/>
                <a:ea typeface="Arial"/>
                <a:cs typeface="Arial"/>
                <a:sym typeface="Arial"/>
              </a:rPr>
              <a:t>CSE470: Software Engineering</a:t>
            </a:r>
            <a:endParaRPr/>
          </a:p>
        </p:txBody>
      </p:sp>
      <p:sp>
        <p:nvSpPr>
          <p:cNvPr id="118" name="Google Shape;118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3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